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（提示：把这份 PPT 切到黑白打印预览看看）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我没有朋友。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妈妈说我对不起这个家。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诊断单上写着：重度焦虑伴抑郁情绪。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密码是《晴天》的右手分解和弦。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（这一页默认隐藏，在幻灯片缩略图里右键 → 隐藏幻灯片。玩家需要在 PPT 编辑模式下取消隐藏才能看到。）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22222"/>
                </a:solidFill>
                <a:latin typeface="微软雅黑"/>
              </a:rPr>
              <a:t>你好，欢迎看到这里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888888"/>
                </a:solidFill>
                <a:latin typeface="微软雅黑"/>
              </a:rPr>
              <a:t>我是林默，一个普通的大三学生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微软雅黑"/>
              </a:rPr>
              <a:t>你真的以为这是自我介绍吗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微软雅黑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微软雅黑"/>
              </a:rPr>
              <a:t>关于我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喜欢看电影，周末常一个人去影院</a:t>
            </a:r>
          </a:p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最近在听周杰伦的歌</a:t>
            </a:r>
          </a:p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养了一盆多肉，叫「小白」</a:t>
            </a:r>
          </a:p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周末会去操场跑步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>一个人去影院是因为没人愿意陪我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>耳机里的歌盖不住外面的争吵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>小白已经枯死了，我不敢换盆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微软雅黑"/>
              </a:rPr>
              <a:t>我的日常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周一到周五上课</a:t>
            </a:r>
          </a:p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课余做 PPT 代做兼职</a:t>
            </a:r>
          </a:p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晚上在宿舍练习吉他</a:t>
            </a:r>
          </a:p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睡前会写日记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>PPT 是给别人做的，我自己的人生排版一团糟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>吉他弦断了三根，我没有钱换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>日记里全是她骂我的话，我不敢撕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微软雅黑"/>
              </a:rPr>
              <a:t>我的爱好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弹吉他，最喜欢《晴天》</a:t>
            </a:r>
          </a:p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看悬疑电影</a:t>
            </a:r>
          </a:p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偶尔去健身房撸铁</a:t>
            </a:r>
          </a:p>
          <a:p>
            <a:pPr algn="l"/>
            <a:r>
              <a:rPr sz="2400" b="0">
                <a:solidFill>
                  <a:srgbClr val="222222"/>
                </a:solidFill>
                <a:latin typeface="微软雅黑"/>
              </a:rPr>
              <a:t>· 收集旧书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>《晴天》的和弦我背得很熟，却弹不出完整的一首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>撸铁是因为我想变强壮，强壮到能捂住耳朵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>旧书里夹着一张医院的诊断单，我没敢扔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微软雅黑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22222"/>
                </a:solidFill>
                <a:latin typeface="微软雅黑"/>
              </a:rPr>
              <a:t>很高兴认识你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888888"/>
                </a:solidFill>
                <a:latin typeface="微软雅黑"/>
              </a:rPr>
              <a:t>希望你有愉快的一天 :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微软雅黑"/>
              </a:rPr>
              <a:t>我没有明天了。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微软雅黑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C0000"/>
                </a:solidFill>
                <a:latin typeface="微软雅黑"/>
              </a:rPr>
              <a:t>我到底做错了什么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我很崩溃</a:t>
            </a:r>
          </a:p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我很绝望</a:t>
            </a:r>
          </a:p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我很害怕</a:t>
            </a:r>
          </a:p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我不知道这个世界怎么了</a:t>
            </a:r>
          </a:p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我不知道他们为什么这么说我</a:t>
            </a:r>
          </a:p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我到底做错了什么</a:t>
            </a:r>
          </a:p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都是我的错</a:t>
            </a:r>
          </a:p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都是我的错</a:t>
            </a:r>
          </a:p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都是我的错</a:t>
            </a:r>
          </a:p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求你别再骂我了</a:t>
            </a:r>
          </a:p>
          <a:p>
            <a:pPr algn="l"/>
            <a:r>
              <a:rPr sz="2600" b="0">
                <a:solidFill>
                  <a:srgbClr val="CC0000"/>
                </a:solidFill>
                <a:latin typeface="微软雅黑"/>
              </a:rPr>
              <a:t>我真的撑不住了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